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B33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Shopping Behavior Survey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500 shoppers across 25+ countries decide where, how, and why they buy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analyzed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LinkedIn &amp; GitHub  •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things this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9164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&amp; budget-conscious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96596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 in the low-20s; half are students; 54% earn under $1,000/month.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08192" y="1691640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91072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is the default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96596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shop primarily on smartphone — mobile-first is not optional.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898648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2807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leads, but loyalty is soft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729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prefer online, yet 25% say "equal / both" — channel switching is common.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715768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2898648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2807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beat ads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1729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importance (3.82 avg) outranks review and ad influence (~3.0 each).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105656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" y="4014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are the top payment choice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3799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prefer digital wallets vs. 27% debit, 23% credit, 13% cash.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3922776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08192" y="4105656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91072" y="4014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is mainstream, not niche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43799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use Buy-Now-Pay-Later at least occasionally.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29784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5312664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runs high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55869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satisfaction 7.1/10 vs. avg. regret 2.2/10.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5129784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1B2A2E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08192" y="5312664"/>
            <a:ext cx="54864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91072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"super-signal"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55869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Influence, satisfaction &amp; impulse scores barely correlate — segment on several signals, not one.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RESPONDENTS —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young, gender-mixed audience</a:t>
            </a:r>
            <a:endParaRPr lang="en-US" sz="3000" dirty="0"/>
          </a:p>
        </p:txBody>
      </p:sp>
      <p:pic>
        <p:nvPicPr>
          <p:cNvPr id="4" name="Image 0" descr="chart_demograph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66751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08392" y="173736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cluster heavily in the late teens through late 20s.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08392" y="256032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respondents lead at 53%, female at 37%, with 11% preferring not to say.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08392" y="338328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skew shapes every downstream number — treat findings as most representative of younger shoppers.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RESPONDENTS — 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dominate, budgets are tight</a:t>
            </a:r>
            <a:endParaRPr lang="en-US" sz="3000" dirty="0"/>
          </a:p>
        </p:txBody>
      </p:sp>
      <p:pic>
        <p:nvPicPr>
          <p:cNvPr id="4" name="Image 0" descr="chart_occupation_in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66751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08392" y="173736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respondents (50%) are students; another 25% are employed full-time.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08392" y="256032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report monthly income under $1,000 — only 7% earn $6,000+.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08392" y="338328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young, income-constrained base explains high discount-sensitivity later in the deck.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RESPONDENTS — 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reach across emerging &amp; mature markets</a:t>
            </a:r>
            <a:endParaRPr lang="en-US" sz="3000" dirty="0"/>
          </a:p>
        </p:txBody>
      </p:sp>
      <p:pic>
        <p:nvPicPr>
          <p:cNvPr id="4" name="Image 0" descr="chart_count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69494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82712" y="1737360"/>
            <a:ext cx="3721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the U.S., and Brazil lead in respondent count.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82712" y="2560320"/>
            <a:ext cx="3721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representation from Latin America, Africa, and South/Southeast Asia alongside the U.S. and U.K.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82712" y="3383280"/>
            <a:ext cx="3721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 supports comparing behavior across mature vs. emerging e-commerce markets.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SHOP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Mobile-first, online-leaning, loyalty is soft</a:t>
            </a:r>
            <a:endParaRPr lang="en-US" sz="3000" dirty="0"/>
          </a:p>
        </p:txBody>
      </p:sp>
      <p:pic>
        <p:nvPicPr>
          <p:cNvPr id="4" name="Image 0" descr="chart_shopping_chann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676656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99832" y="173736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prefer online, 26% offline, 25% say "equal / both."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4380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99832" y="256032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marketplaces (29%) and local e-commerce (29%) are tied as top platforms, ahead of brand sites (23%) and physical stores (19%).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4380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99832" y="338328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shop primarily on smartphone — mobile UX is the top priority, not desktop.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SHOP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is the runaway top spending category</a:t>
            </a:r>
            <a:endParaRPr lang="en-US" sz="3000" dirty="0"/>
          </a:p>
        </p:txBody>
      </p:sp>
      <p:pic>
        <p:nvPicPr>
          <p:cNvPr id="4" name="Image 0" descr="chart_top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60350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08392" y="173736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at 38%, more than double the next category.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08392" y="256032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(19%) and Electronics (16%) follow.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08392" y="338328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and Beauty &amp; Personal Care each sit around 8%, rounding out a long tail of niche spend.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PURCHASES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outrank reviews and ads</a:t>
            </a:r>
            <a:endParaRPr lang="en-US" sz="3000" dirty="0"/>
          </a:p>
        </p:txBody>
      </p:sp>
      <p:pic>
        <p:nvPicPr>
          <p:cNvPr id="4" name="Image 0" descr="chart_influence_sco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66751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08392" y="173736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importance averages 3.82 — the highest of all influence scores measured.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08392" y="256032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influence and "likely to buy after seeing an ad" both average ~3.0.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08392" y="338328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promotion is the single strongest lever across this audience, regardless of income band (see slide 12).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PURCHASES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Planners and impulse buyers coexist</a:t>
            </a:r>
            <a:endParaRPr lang="en-US" sz="3000" dirty="0"/>
          </a:p>
        </p:txBody>
      </p:sp>
      <p:pic>
        <p:nvPicPr>
          <p:cNvPr id="4" name="Image 0" descr="chart_planning_behavi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5669280" cy="4206240"/>
          </a:xfrm>
          <a:prstGeom prst="rect">
            <a:avLst/>
          </a:prstGeom>
        </p:spPr>
      </p:pic>
      <p:pic>
        <p:nvPicPr>
          <p:cNvPr id="5" name="Image 1" descr="chart_impul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45920"/>
            <a:ext cx="5486400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18% follow brands on social media, but 82% make a shopping list at least sometimes — planning beats social-driven discovery. Yet impulse-purchase scores are spread broadly across the scale, showing a meaningful share of frequent impulse buyers alongside disciplined planners.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SATISFACTION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 are winning at checkout</a:t>
            </a:r>
            <a:endParaRPr lang="en-US" sz="3000" dirty="0"/>
          </a:p>
        </p:txBody>
      </p:sp>
      <p:pic>
        <p:nvPicPr>
          <p:cNvPr id="4" name="Image 0" descr="chart_spend_pa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66751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81965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08392" y="173736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non-essential spend is modest: 65% spend under $150/month.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264261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08392" y="256032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wallets lead payment preference at 38%, ahead of debit (27%), credit (23%), and cash (13%).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46557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08392" y="3383280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Wallet-based checkout (Apple Pay, Google Pay, regional wallets) should be a default option for this audience.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SATISFACTION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Installment plans are mainstream; satisfaction is high</a:t>
            </a:r>
            <a:endParaRPr lang="en-US" sz="3000" dirty="0"/>
          </a:p>
        </p:txBody>
      </p:sp>
      <p:pic>
        <p:nvPicPr>
          <p:cNvPr id="4" name="Image 0" descr="chart_bn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5669280" cy="4114800"/>
          </a:xfrm>
          <a:prstGeom prst="rect">
            <a:avLst/>
          </a:prstGeom>
        </p:spPr>
      </p:pic>
      <p:pic>
        <p:nvPicPr>
          <p:cNvPr id="5" name="Image 1" descr="chart_satisfaction_regr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45920"/>
            <a:ext cx="5486400" cy="411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use Buy-Now-Pay-Later at least occasionally, despite a budget-conscious sample. Satisfaction with online shopping runs high (avg. 7.1/10) while post-purchase regret runs low (avg. 2.2/10) — though these two questions had the most missing responses in the survey.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PATTERNS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score predicts behavior on its own</a:t>
            </a:r>
            <a:endParaRPr lang="en-US" sz="3000" dirty="0"/>
          </a:p>
        </p:txBody>
      </p:sp>
      <p:pic>
        <p:nvPicPr>
          <p:cNvPr id="4" name="Image 0" descr="chart_corre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00200"/>
            <a:ext cx="5943600" cy="4663440"/>
          </a:xfrm>
          <a:prstGeom prst="rect">
            <a:avLst/>
          </a:prstGeom>
        </p:spPr>
      </p:pic>
      <p:pic>
        <p:nvPicPr>
          <p:cNvPr id="5" name="Image 1" descr="chart_discount_by_inc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37360"/>
            <a:ext cx="5303520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92240" y="5989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Influence, satisfaction, and impulse scores correlate weakly with each other (mostly -0.2 to 0.2) — segmentation needs multiple signals, not one proxy. Discount sensitivity stays elevated across every income band, including the wealthiest respondents.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act on first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55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mobile-first, always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shop primarily on smartphone — anything less is a secondary experience.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promotions with price, not just ads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00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importance beats ad and review influence across every income band.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wallets &amp; BNPL first-class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97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prefer digital wallets; 41% use installment plans — both need to be frictionless.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47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a single "engagement score"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394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Influence, satisfaction, and impulse behavior move independently — use multi-signal segmentation.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reading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cleaned dataset, and the complete Jupyter notebook (with every chart above and the analysis behind it) are available in the accompanying repository.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01952" y="379476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01952" y="3794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80944" y="379476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80944" y="3794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04104" y="3794760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04104" y="379476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  →  EDA_Consumer_Shopping_Behavior.ipynb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forks welcome — this is a small survey sample, so treat findings as directional, not definitive.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Behavior Survey  •  EDA  •  n = 500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2026-09-13T13:45:32Z</dcterms:created>
  <dcterms:modified xsi:type="dcterms:W3CDTF">2026-09-13T13:45:32Z</dcterms:modified>
</cp:coreProperties>
</file>